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ARI711S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950" y="3840480"/>
            <a:ext cx="869610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Neural-Domination Group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https://github.com/Sir-CxdesAlot/Neural-Domination-Group-Project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Three AI tasks: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Part 1: Graph Search (Flight Connections)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Part 2: CSP (Hospital Scheduling)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Part 3: Machine Learning (Traffic Signs)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Implementation in single submission notebook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All parts demonstrated with evaluation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Part 1: Flight Connections (BFS)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Graph Model: Cities = nodes, flights = edges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Algorithm: Breadth-First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Finds shortest path (minimum hops)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Key Result: 4/4 test cases passed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Example: Windhoek → Cairo (3 hops)</a:t>
            </a:r>
          </a:p>
        </p:txBody>
      </p:sp>
      <p:pic>
        <p:nvPicPr>
          <p:cNvPr id="4" name="Picture 3" descr="part1_route_l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Part 2: Hospital Shift Scheduling (CSP)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21 shifts (7 days × 3 shifts)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Constraints: Leave, Rest rules, Max 5/week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Solver: AC-3 + MRV Backtracking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Results: All 21 assigned, 0 violations ✓</a:t>
            </a:r>
          </a:p>
        </p:txBody>
      </p:sp>
      <p:pic>
        <p:nvPicPr>
          <p:cNvPr id="4" name="Picture 3" descr="part2_schedul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731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Part 2: Shift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Fairness (StdDev): 1.6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Max per nurse: 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Workload balanced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All constraints satisfied ✓</a:t>
            </a:r>
          </a:p>
        </p:txBody>
      </p:sp>
      <p:pic>
        <p:nvPicPr>
          <p:cNvPr id="4" name="Picture 3" descr="part2_shif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Part 3: Traffic Sign Recognition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Dataset: GTSRB (43 classes, 39,209 images)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Model: Convolutional Neural Network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Conv2D + MaxPooling ×2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Dense layers, Dropout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Training: 6 epochs, batch size 32</a:t>
            </a:r>
          </a:p>
        </p:txBody>
      </p:sp>
      <p:pic>
        <p:nvPicPr>
          <p:cNvPr id="4" name="Picture 3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Part 3: Classification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★ Test Accuracy: 98.72%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(7,742 / 7,842 correct)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Test Loss: 0.0693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Model: gtsrb_model.keras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Strong generalization ✓</a:t>
            </a:r>
          </a:p>
        </p:txBody>
      </p:sp>
      <p:pic>
        <p:nvPicPr>
          <p:cNvPr id="4" name="Picture 3" descr="sampl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Evaluation: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43×43 prediction distribution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Diagonal dominance indicates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Minimal confusion between classes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Performance: Strong ✓</a:t>
            </a:r>
          </a:p>
        </p:txBody>
      </p:sp>
      <p:pic>
        <p:nvPicPr>
          <p:cNvPr id="4" name="Picture 3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Part 1 (BFS):  4/4 test cases passed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Part 2 (CSP):  21/21 shifts, 0 violations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Part 3 (CNN):  98.72%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All objectives completed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Implementation validated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Parts 1-2 use generated demo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Official datasets not in repo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Before submission: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Run on real flight/staff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Verify GTSRB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4211" y="3840480"/>
            <a:ext cx="467557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Neural-Domination Group Project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366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224086235 - TOLUWANI OMOTAYO</cp:lastModifiedBy>
  <cp:revision>2</cp:revision>
  <dcterms:created xsi:type="dcterms:W3CDTF">2013-01-27T09:14:16Z</dcterms:created>
  <dcterms:modified xsi:type="dcterms:W3CDTF">2026-05-05T01:02:08Z</dcterms:modified>
  <cp:category/>
</cp:coreProperties>
</file>